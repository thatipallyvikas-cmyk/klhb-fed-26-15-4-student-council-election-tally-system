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8E1B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6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DOSSIER  •  JAVA APPLICATION  •  2026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006840" y="685800"/>
            <a:ext cx="2286000" cy="2286000"/>
          </a:xfrm>
          <a:prstGeom prst="ellipse">
            <a:avLst/>
          </a:prstGeom>
          <a:ln w="25400">
            <a:solidFill>
              <a:srgbClr val="8E1B2D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 rot="-540000">
            <a:off x="9006840" y="6858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OFFICIAL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TALLY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738360" y="3246120"/>
            <a:ext cx="320040" cy="3200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Console Project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96596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Student Council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Election Tally System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1280160" cy="0"/>
          </a:xfrm>
          <a:prstGeom prst="line">
            <a:avLst/>
          </a:prstGeom>
          <a:noFill/>
          <a:ln w="38100">
            <a:solidFill>
              <a:srgbClr val="8E1B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4178808"/>
            <a:ext cx="8229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4434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vote-counting program that swaps clipboard tallies and paper ballots for a Java app — built for one school election that kept getting recounted by hand.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a mini-project  |  Core Java  |  Console-based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-36000">
            <a:off x="822960" y="1417320"/>
            <a:ext cx="78638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  <a:effectLst>
            <a:outerShdw sx="100000" sy="100000" kx="0" ky="0" algn="bl" rotWithShape="0" blurRad="101600" dist="38100" dir="5400000">
              <a:srgbClr val="3A322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-120000">
            <a:off x="4160520" y="1216152"/>
            <a:ext cx="1188720" cy="3840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828800"/>
            <a:ext cx="7040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Election Tally System</a:t>
            </a:r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Java desktop program that digitizes and simplifies counting votes for student council elections. Paper-ballot counting is slow, error-prone, and hard to audit during a recount.
</a:t>
            </a:r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lets an admin register candidates and voters, records each vote with duplicate-vote checks, and totals the results automatically — showing vote counts and percentages per candidate, with the winner declared instantly.
</a:t>
            </a:r>
            <a:pPr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leans on core Java: object-oriented design, collections, file I/O for saving data, and exception handling — a practical, low-cost fit for a school or college without dedicated e-voting infrastructure.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006840" y="1737360"/>
            <a:ext cx="0" cy="4023360"/>
          </a:xfrm>
          <a:prstGeom prst="line">
            <a:avLst/>
          </a:prstGeom>
          <a:noFill/>
          <a:ln w="12700">
            <a:solidFill>
              <a:srgbClr val="D8CBB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2354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Java OOP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Collections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File I/O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Exception handling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Vote validation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 &amp; 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hrs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sec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703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to hand-count 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election, vs. one tap 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tally system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0" cy="4709160"/>
          </a:xfrm>
          <a:prstGeom prst="line">
            <a:avLst/>
          </a:prstGeom>
          <a:noFill/>
          <a:ln w="12700">
            <a:solidFill>
              <a:srgbClr val="D8CB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716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 a council election runs on paper — and every year, the same four problems show up at count time: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92040" y="2148840"/>
            <a:ext cx="320040" cy="320040"/>
          </a:xfrm>
          <a:prstGeom prst="rect">
            <a:avLst/>
          </a:prstGeom>
          <a:solidFill>
            <a:srgbClr val="8E1B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94960" y="20756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counting errors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423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Hand-tallying invites miscounts and disputed results.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2700000">
            <a:off x="8001000" y="2651760"/>
            <a:ext cx="320040" cy="320040"/>
          </a:xfrm>
          <a:prstGeom prst="rect">
            <a:avLst/>
          </a:prstGeom>
          <a:solidFill>
            <a:srgbClr val="6B7A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03920" y="2578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just takes forever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turnout means hours of sorting and re-sorting slips.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3794760"/>
            <a:ext cx="320040" cy="320040"/>
          </a:xfrm>
          <a:prstGeom prst="rect">
            <a:avLst/>
          </a:prstGeom>
          <a:solidFill>
            <a:srgbClr val="8E1B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3721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audit trail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ballots leave little to check during a recount.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2700000">
            <a:off x="8001000" y="4297680"/>
            <a:ext cx="320040" cy="320040"/>
          </a:xfrm>
          <a:prstGeom prst="rect">
            <a:avLst/>
          </a:prstGeom>
          <a:solidFill>
            <a:srgbClr val="6B7A5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4224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voting slips through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572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stops the same student voting twice.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DONE TODAY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Existing System,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-72000">
            <a:off x="640080" y="1600200"/>
            <a:ext cx="52120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 rot="-72000">
            <a:off x="9601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BALLOT SYSTEM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 rot="-72000">
            <a:off x="960120" y="2331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Votes are cast on paper slips and dropped in a physical box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 rot="-72000">
            <a:off x="960120" y="31089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Teachers or volunteers count everything by hand after polls close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 rot="-72000">
            <a:off x="960120" y="3886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get compiled manually into a register or spreadsheet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 rot="-72000">
            <a:off x="960120" y="46634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E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recount means re-sorting every single physical ballot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 rot="84000">
            <a:off x="6309360" y="1737360"/>
            <a:ext cx="5212080" cy="4480560"/>
          </a:xfrm>
          <a:prstGeom prst="rect">
            <a:avLst/>
          </a:prstGeom>
          <a:solidFill>
            <a:srgbClr val="8E1B2D"/>
          </a:solidFill>
          <a:ln/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84000">
            <a:off x="66294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 DOWN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 rot="84000">
            <a:off x="6629400" y="2468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Slow — a full election can eat up hours just to tally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 rot="84000">
            <a:off x="6629400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Error-prone — miscounts and misplaced ballots happen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 rot="84000">
            <a:off x="6629400" y="4023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live view of results while voting is still open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 rot="84000">
            <a:off x="6629400" y="48006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Almost impossible to stop someone voting twice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INSTEAD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System &amp;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ballot box that counts itself. Six things the program is built to get right: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8E1B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voting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digital entries replace paper slips.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240280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8E1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duplicate votes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14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voter ID is checked before a vote counts.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8E1B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instantly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percentages compute the moment polls close.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566160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8E1B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results transparent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auditable sheet, candidate by candidate.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8E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data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983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voters and results are saved to file.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892040"/>
            <a:ext cx="384048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8E1B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and edge cases don't crash the count.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 &amp;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83080" y="2514600"/>
            <a:ext cx="960120" cy="457200"/>
          </a:xfrm>
          <a:prstGeom prst="line">
            <a:avLst/>
          </a:prstGeom>
          <a:noFill/>
          <a:ln w="19050">
            <a:solidFill>
              <a:srgbClr val="5C6479"/>
            </a:solidFill>
            <a:prstDash val="dash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3931920" y="2514600"/>
            <a:ext cx="960120" cy="457200"/>
          </a:xfrm>
          <a:prstGeom prst="line">
            <a:avLst/>
          </a:prstGeom>
          <a:noFill/>
          <a:ln w="19050">
            <a:solidFill>
              <a:srgbClr val="5C6479"/>
            </a:solidFill>
            <a:prstDash val="dash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2514600"/>
            <a:ext cx="960120" cy="457200"/>
          </a:xfrm>
          <a:prstGeom prst="line">
            <a:avLst/>
          </a:prstGeom>
          <a:noFill/>
          <a:ln w="19050">
            <a:solidFill>
              <a:srgbClr val="5C6479"/>
            </a:solidFill>
            <a:prstDash val="dash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8229600" y="2514600"/>
            <a:ext cx="960120" cy="457200"/>
          </a:xfrm>
          <a:prstGeom prst="line">
            <a:avLst/>
          </a:prstGeom>
          <a:noFill/>
          <a:ln w="19050">
            <a:solidFill>
              <a:srgbClr val="5C6479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2920" y="1828800"/>
            <a:ext cx="1371600" cy="1371600"/>
          </a:xfrm>
          <a:prstGeom prst="ellipse">
            <a:avLst/>
          </a:prstGeom>
          <a:ln w="25400">
            <a:solidFill>
              <a:srgbClr val="F2E9D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0292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9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CANDIDATE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51760" y="2286000"/>
            <a:ext cx="1371600" cy="1371600"/>
          </a:xfrm>
          <a:prstGeom prst="ellipse">
            <a:avLst/>
          </a:prstGeom>
          <a:ln w="25400">
            <a:solidFill>
              <a:srgbClr val="F2E9D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265176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9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VOTER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8800"/>
            <a:ext cx="1371600" cy="1371600"/>
          </a:xfrm>
          <a:prstGeom prst="ellipse">
            <a:avLst/>
          </a:prstGeom>
          <a:ln w="25400">
            <a:solidFill>
              <a:srgbClr val="F2E9D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80060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9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VOTING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49440" y="2286000"/>
            <a:ext cx="1371600" cy="1371600"/>
          </a:xfrm>
          <a:prstGeom prst="ellipse">
            <a:avLst/>
          </a:prstGeom>
          <a:ln w="25400">
            <a:solidFill>
              <a:srgbClr val="F2E9D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949440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9D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TALLY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98280" y="1828800"/>
            <a:ext cx="1371600" cy="1371600"/>
          </a:xfrm>
          <a:prstGeom prst="ellipse">
            <a:avLst/>
          </a:prstGeom>
          <a:ln w="25400">
            <a:solidFill>
              <a:srgbClr val="D9A44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09828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candidates, assign IDs, link each to a post.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9319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voters and confirm eligibility up front.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vote, validate it, block repeats.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9319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votes per candidate, work out percentages.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3960" y="3474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candidates, name a winner, export the report.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and voters go in first, a vote gets cast and checked, then it's tallied into a ranked result.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BUILT WITH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074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(Core)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642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models candidates, voters and votes as classes.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05272" y="2112264"/>
            <a:ext cx="6035040" cy="658368"/>
          </a:xfrm>
          <a:prstGeom prst="rect">
            <a:avLst/>
          </a:prstGeom>
          <a:solidFill>
            <a:srgbClr val="2F3350"/>
          </a:solidFill>
          <a:ln w="12700">
            <a:solidFill>
              <a:srgbClr val="2F33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88152" y="21122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82512" y="2167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382512" y="24505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/ HashMap hold records for fast lookup.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986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535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369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Candidate, voter and result data persist to file.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05272" y="3685032"/>
            <a:ext cx="6035040" cy="658368"/>
          </a:xfrm>
          <a:prstGeom prst="rect">
            <a:avLst/>
          </a:prstGeom>
          <a:solidFill>
            <a:srgbClr val="2F3350"/>
          </a:solidFill>
          <a:ln w="12700">
            <a:solidFill>
              <a:srgbClr val="2F33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88152" y="368503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373989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40233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covers bad input and duplicate votes.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6949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714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262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Swing UI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80974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interface for admin and voters.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05272" y="5257800"/>
            <a:ext cx="6035040" cy="658368"/>
          </a:xfrm>
          <a:prstGeom prst="rect">
            <a:avLst/>
          </a:prstGeom>
          <a:solidFill>
            <a:srgbClr val="2F3350"/>
          </a:solidFill>
          <a:ln w="12700">
            <a:solidFill>
              <a:srgbClr val="2F33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88152" y="52578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53126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class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55961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user input at every step of the flow.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E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BUILDING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6217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B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 &amp; Advantages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4663440"/>
          </a:xfrm>
          <a:prstGeom prst="rect">
            <a:avLst/>
          </a:prstGeom>
          <a:solidFill>
            <a:srgbClr val="8E1B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 &amp; accurate tally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6324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compute in seconds, with zero manual arithmetic and zero arguments about the count.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6903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6048" y="1655064"/>
            <a:ext cx="274320" cy="274320"/>
          </a:xfrm>
          <a:prstGeom prst="ellipse">
            <a:avLst/>
          </a:prstGeom>
          <a:solidFill>
            <a:srgbClr val="6B7A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0680" y="1444752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 votes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78308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Voter-ID checks stop double voting.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350008"/>
            <a:ext cx="6903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6048" y="2633472"/>
            <a:ext cx="274320" cy="274320"/>
          </a:xfrm>
          <a:prstGeom prst="ellipse">
            <a:avLst/>
          </a:prstGeom>
          <a:solidFill>
            <a:srgbClr val="6B7A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40680" y="2423160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2761488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and percentages, candidate by candidate.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3328416"/>
            <a:ext cx="6903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3611880"/>
            <a:ext cx="274320" cy="274320"/>
          </a:xfrm>
          <a:prstGeom prst="ellipse">
            <a:avLst/>
          </a:prstGeom>
          <a:solidFill>
            <a:srgbClr val="6B7A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40680" y="3401568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to file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739896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stick around for a later audit.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4306824"/>
            <a:ext cx="6903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4590288"/>
            <a:ext cx="274320" cy="274320"/>
          </a:xfrm>
          <a:prstGeom prst="ellipse">
            <a:avLst/>
          </a:prstGeom>
          <a:solidFill>
            <a:srgbClr val="6B7A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40680" y="4379976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4718304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needs Java — no special hardware.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5285232"/>
            <a:ext cx="6903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B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5568696"/>
            <a:ext cx="274320" cy="274320"/>
          </a:xfrm>
          <a:prstGeom prst="ellipse">
            <a:avLst/>
          </a:prstGeom>
          <a:solidFill>
            <a:srgbClr val="6B7A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40680" y="5358384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5696712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4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posts — President, Secretary, and so on.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E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A79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371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32385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ballot box that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counts itself.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idea behind this project: swap the manual, error-prone parts of election day for a small, dependable Java program — built on OOP, collections, and file handling.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82880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JavaFX GUI for a friendlier vote screen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274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real database (MySQL/SQLite) for bigger elections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1114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Biometric or OTP voter verification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955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result charts as votes come in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79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web version for remote voting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90000">
            <a:off x="7680960" y="1188720"/>
            <a:ext cx="3931920" cy="4937760"/>
          </a:xfrm>
          <a:prstGeom prst="rect">
            <a:avLst/>
          </a:prstGeom>
          <a:solidFill>
            <a:srgbClr val="8E1B2D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3800" y="2011680"/>
            <a:ext cx="274320" cy="274320"/>
          </a:xfrm>
          <a:prstGeom prst="ellipse">
            <a:avLst/>
          </a:prstGeom>
          <a:solidFill>
            <a:srgbClr val="222B45"/>
          </a:solidFill>
          <a:ln/>
        </p:spPr>
      </p:sp>
      <p:sp>
        <p:nvSpPr>
          <p:cNvPr id="14" name="Shape 12"/>
          <p:cNvSpPr/>
          <p:nvPr/>
        </p:nvSpPr>
        <p:spPr>
          <a:xfrm>
            <a:off x="7543800" y="2834640"/>
            <a:ext cx="274320" cy="274320"/>
          </a:xfrm>
          <a:prstGeom prst="ellipse">
            <a:avLst/>
          </a:prstGeom>
          <a:solidFill>
            <a:srgbClr val="222B45"/>
          </a:solidFill>
          <a:ln/>
        </p:spPr>
      </p:sp>
      <p:sp>
        <p:nvSpPr>
          <p:cNvPr id="15" name="Shape 13"/>
          <p:cNvSpPr/>
          <p:nvPr/>
        </p:nvSpPr>
        <p:spPr>
          <a:xfrm>
            <a:off x="7543800" y="3657600"/>
            <a:ext cx="274320" cy="274320"/>
          </a:xfrm>
          <a:prstGeom prst="ellipse">
            <a:avLst/>
          </a:prstGeom>
          <a:solidFill>
            <a:srgbClr val="222B45"/>
          </a:solidFill>
          <a:ln/>
        </p:spPr>
      </p:sp>
      <p:sp>
        <p:nvSpPr>
          <p:cNvPr id="16" name="Shape 14"/>
          <p:cNvSpPr/>
          <p:nvPr/>
        </p:nvSpPr>
        <p:spPr>
          <a:xfrm>
            <a:off x="7543800" y="4480560"/>
            <a:ext cx="274320" cy="274320"/>
          </a:xfrm>
          <a:prstGeom prst="ellipse">
            <a:avLst/>
          </a:prstGeom>
          <a:solidFill>
            <a:srgbClr val="222B45"/>
          </a:solidFill>
          <a:ln/>
        </p:spPr>
      </p:sp>
      <p:sp>
        <p:nvSpPr>
          <p:cNvPr id="17" name="Shape 15"/>
          <p:cNvSpPr/>
          <p:nvPr/>
        </p:nvSpPr>
        <p:spPr>
          <a:xfrm>
            <a:off x="7543800" y="5303520"/>
            <a:ext cx="274320" cy="274320"/>
          </a:xfrm>
          <a:prstGeom prst="ellipse">
            <a:avLst/>
          </a:prstGeom>
          <a:solidFill>
            <a:srgbClr val="222B45"/>
          </a:solidFill>
          <a:ln/>
        </p:spPr>
      </p:sp>
      <p:sp>
        <p:nvSpPr>
          <p:cNvPr id="18" name="Text 16"/>
          <p:cNvSpPr txBox="1"/>
          <p:nvPr/>
        </p:nvSpPr>
        <p:spPr>
          <a:xfrm rot="90000">
            <a:off x="795528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</a:t>
            </a:r>
            <a:endParaRPr lang="en-US" sz="2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COMPLETE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 rot="90000">
            <a:off x="8229600" y="2788920"/>
            <a:ext cx="2743200" cy="0"/>
          </a:xfrm>
          <a:prstGeom prst="line">
            <a:avLst/>
          </a:prstGeom>
          <a:noFill/>
          <a:ln w="12700">
            <a:solidFill>
              <a:srgbClr val="C2495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 rot="90000">
            <a:off x="795528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Java  ·  OOP  ·  Collections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 ·  Exception Handling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 rot="90000">
            <a:off x="7955280" y="4206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mini-project to make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day a little less chaotic.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COUNCIL TALLY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2026-09-11T07:35:18Z</dcterms:created>
  <dcterms:modified xsi:type="dcterms:W3CDTF">2026-09-11T07:35:18Z</dcterms:modified>
</cp:coreProperties>
</file>